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3" r:id="rId12"/>
    <p:sldId id="265" r:id="rId13"/>
    <p:sldId id="266" r:id="rId14"/>
    <p:sldId id="270" r:id="rId15"/>
    <p:sldId id="271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042996-8603-9DB3-1158-1CA18B68CF35}" v="180" dt="2025-11-18T19:09:08.1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jit Panaskar" userId="S::ajit.panaskar@clariontech.com::b0db3c9f-386e-41ca-ac23-ab19f056d467" providerId="AD" clId="Web-{E1042996-8603-9DB3-1158-1CA18B68CF35}"/>
    <pc:docChg chg="mod addSld delSld modSld addMainMaster delMainMaster">
      <pc:chgData name="Ajit Panaskar" userId="S::ajit.panaskar@clariontech.com::b0db3c9f-386e-41ca-ac23-ab19f056d467" providerId="AD" clId="Web-{E1042996-8603-9DB3-1158-1CA18B68CF35}" dt="2025-11-18T19:09:08.173" v="182" actId="14100"/>
      <pc:docMkLst>
        <pc:docMk/>
      </pc:docMkLst>
      <pc:sldChg chg="modSp mod setBg modClrScheme chgLayout">
        <pc:chgData name="Ajit Panaskar" userId="S::ajit.panaskar@clariontech.com::b0db3c9f-386e-41ca-ac23-ab19f056d467" providerId="AD" clId="Web-{E1042996-8603-9DB3-1158-1CA18B68CF35}" dt="2025-11-18T17:17:00.580" v="136" actId="14100"/>
        <pc:sldMkLst>
          <pc:docMk/>
          <pc:sldMk cId="0" sldId="256"/>
        </pc:sldMkLst>
        <pc:spChg chg="mod ord">
          <ac:chgData name="Ajit Panaskar" userId="S::ajit.panaskar@clariontech.com::b0db3c9f-386e-41ca-ac23-ab19f056d467" providerId="AD" clId="Web-{E1042996-8603-9DB3-1158-1CA18B68CF35}" dt="2025-11-18T17:16:39.596" v="135" actId="20577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7:17:00.580" v="136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3:58.809" v="103" actId="20577"/>
        <pc:sldMkLst>
          <pc:docMk/>
          <pc:sldMk cId="0" sldId="257"/>
        </pc:sldMkLst>
        <pc:spChg chg="mod ord">
          <ac:chgData name="Ajit Panaskar" userId="S::ajit.panaskar@clariontech.com::b0db3c9f-386e-41ca-ac23-ab19f056d467" providerId="AD" clId="Web-{E1042996-8603-9DB3-1158-1CA18B68CF35}" dt="2025-11-18T17:13:58.809" v="103" actId="20577"/>
          <ac:spMkLst>
            <pc:docMk/>
            <pc:sldMk cId="0" sldId="257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37.780" v="9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4:09.075" v="104" actId="20577"/>
        <pc:sldMkLst>
          <pc:docMk/>
          <pc:sldMk cId="0" sldId="258"/>
        </pc:sldMkLst>
        <pc:spChg chg="mod ord">
          <ac:chgData name="Ajit Panaskar" userId="S::ajit.panaskar@clariontech.com::b0db3c9f-386e-41ca-ac23-ab19f056d467" providerId="AD" clId="Web-{E1042996-8603-9DB3-1158-1CA18B68CF35}" dt="2025-11-18T17:14:09.075" v="104" actId="20577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4:37.611" v="13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4:18.810" v="105" actId="20577"/>
        <pc:sldMkLst>
          <pc:docMk/>
          <pc:sldMk cId="0" sldId="259"/>
        </pc:sldMkLst>
        <pc:spChg chg="mod ord">
          <ac:chgData name="Ajit Panaskar" userId="S::ajit.panaskar@clariontech.com::b0db3c9f-386e-41ca-ac23-ab19f056d467" providerId="AD" clId="Web-{E1042996-8603-9DB3-1158-1CA18B68CF35}" dt="2025-11-18T17:14:18.810" v="105" actId="20577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4:53.127" v="17" actId="20577"/>
          <ac:spMkLst>
            <pc:docMk/>
            <pc:sldMk cId="0" sldId="259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4:29.607" v="106" actId="20577"/>
        <pc:sldMkLst>
          <pc:docMk/>
          <pc:sldMk cId="0" sldId="260"/>
        </pc:sldMkLst>
        <pc:spChg chg="mod ord">
          <ac:chgData name="Ajit Panaskar" userId="S::ajit.panaskar@clariontech.com::b0db3c9f-386e-41ca-ac23-ab19f056d467" providerId="AD" clId="Web-{E1042996-8603-9DB3-1158-1CA18B68CF35}" dt="2025-11-18T17:14:29.607" v="106" actId="20577"/>
          <ac:spMkLst>
            <pc:docMk/>
            <pc:sldMk cId="0" sldId="260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6:17.807" v="23"/>
          <ac:spMkLst>
            <pc:docMk/>
            <pc:sldMk cId="0" sldId="260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38:51.690" v="152" actId="20577"/>
        <pc:sldMkLst>
          <pc:docMk/>
          <pc:sldMk cId="0" sldId="261"/>
        </pc:sldMkLst>
        <pc:spChg chg="mod ord">
          <ac:chgData name="Ajit Panaskar" userId="S::ajit.panaskar@clariontech.com::b0db3c9f-386e-41ca-ac23-ab19f056d467" providerId="AD" clId="Web-{E1042996-8603-9DB3-1158-1CA18B68CF35}" dt="2025-11-18T17:14:49.264" v="111" actId="20577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7:38:51.690" v="152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5:00.500" v="112" actId="20577"/>
        <pc:sldMkLst>
          <pc:docMk/>
          <pc:sldMk cId="0" sldId="262"/>
        </pc:sldMkLst>
        <pc:spChg chg="mod ord">
          <ac:chgData name="Ajit Panaskar" userId="S::ajit.panaskar@clariontech.com::b0db3c9f-386e-41ca-ac23-ab19f056d467" providerId="AD" clId="Web-{E1042996-8603-9DB3-1158-1CA18B68CF35}" dt="2025-11-18T17:15:00.500" v="112" actId="20577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6:41.295" v="26" actId="20577"/>
          <ac:spMkLst>
            <pc:docMk/>
            <pc:sldMk cId="0" sldId="262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5:08.797" v="114" actId="20577"/>
        <pc:sldMkLst>
          <pc:docMk/>
          <pc:sldMk cId="0" sldId="263"/>
        </pc:sldMkLst>
        <pc:spChg chg="mod ord">
          <ac:chgData name="Ajit Panaskar" userId="S::ajit.panaskar@clariontech.com::b0db3c9f-386e-41ca-ac23-ab19f056d467" providerId="AD" clId="Web-{E1042996-8603-9DB3-1158-1CA18B68CF35}" dt="2025-11-18T17:15:08.797" v="114" actId="20577"/>
          <ac:spMkLst>
            <pc:docMk/>
            <pc:sldMk cId="0" sldId="263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7:14.985" v="38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5:21.281" v="115" actId="20577"/>
        <pc:sldMkLst>
          <pc:docMk/>
          <pc:sldMk cId="0" sldId="264"/>
        </pc:sldMkLst>
        <pc:spChg chg="mod ord">
          <ac:chgData name="Ajit Panaskar" userId="S::ajit.panaskar@clariontech.com::b0db3c9f-386e-41ca-ac23-ab19f056d467" providerId="AD" clId="Web-{E1042996-8603-9DB3-1158-1CA18B68CF35}" dt="2025-11-18T17:15:21.281" v="115" actId="20577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0" sldId="264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5:32.375" v="116" actId="20577"/>
        <pc:sldMkLst>
          <pc:docMk/>
          <pc:sldMk cId="0" sldId="265"/>
        </pc:sldMkLst>
        <pc:spChg chg="mod ord">
          <ac:chgData name="Ajit Panaskar" userId="S::ajit.panaskar@clariontech.com::b0db3c9f-386e-41ca-ac23-ab19f056d467" providerId="AD" clId="Web-{E1042996-8603-9DB3-1158-1CA18B68CF35}" dt="2025-11-18T17:15:32.375" v="116" actId="20577"/>
          <ac:spMkLst>
            <pc:docMk/>
            <pc:sldMk cId="0" sldId="265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0" sldId="265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6:58:36.740" v="98" actId="20577"/>
        <pc:sldMkLst>
          <pc:docMk/>
          <pc:sldMk cId="0" sldId="266"/>
        </pc:sldMkLst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8:36.740" v="98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38:18.596" v="150" actId="20577"/>
        <pc:sldMkLst>
          <pc:docMk/>
          <pc:sldMk cId="0" sldId="267"/>
        </pc:sldMkLst>
        <pc:spChg chg="mod ord">
          <ac:chgData name="Ajit Panaskar" userId="S::ajit.panaskar@clariontech.com::b0db3c9f-386e-41ca-ac23-ab19f056d467" providerId="AD" clId="Web-{E1042996-8603-9DB3-1158-1CA18B68CF35}" dt="2025-11-18T17:16:27.564" v="134" actId="20577"/>
          <ac:spMkLst>
            <pc:docMk/>
            <pc:sldMk cId="0" sldId="267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7:38:18.596" v="150" actId="20577"/>
          <ac:spMkLst>
            <pc:docMk/>
            <pc:sldMk cId="0" sldId="267"/>
            <ac:spMk id="3" creationId="{00000000-0000-0000-0000-000000000000}"/>
          </ac:spMkLst>
        </pc:spChg>
      </pc:sldChg>
      <pc:sldChg chg="modSp del mod modClrScheme chgLayout">
        <pc:chgData name="Ajit Panaskar" userId="S::ajit.panaskar@clariontech.com::b0db3c9f-386e-41ca-ac23-ab19f056d467" providerId="AD" clId="Web-{E1042996-8603-9DB3-1158-1CA18B68CF35}" dt="2025-11-18T16:58:54.866" v="99"/>
        <pc:sldMkLst>
          <pc:docMk/>
          <pc:sldMk cId="0" sldId="268"/>
        </pc:sldMkLst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0" sldId="268"/>
            <ac:spMk id="2" creationId="{00000000-0000-0000-0000-000000000000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0" sldId="268"/>
            <ac:spMk id="3" creationId="{00000000-0000-0000-0000-000000000000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5:50.141" v="117" actId="20577"/>
        <pc:sldMkLst>
          <pc:docMk/>
          <pc:sldMk cId="1893560238" sldId="270"/>
        </pc:sldMkLst>
        <pc:spChg chg="mod ord">
          <ac:chgData name="Ajit Panaskar" userId="S::ajit.panaskar@clariontech.com::b0db3c9f-386e-41ca-ac23-ab19f056d467" providerId="AD" clId="Web-{E1042996-8603-9DB3-1158-1CA18B68CF35}" dt="2025-11-18T17:15:50.141" v="117" actId="20577"/>
          <ac:spMkLst>
            <pc:docMk/>
            <pc:sldMk cId="1893560238" sldId="270"/>
            <ac:spMk id="2" creationId="{733F2C58-77D0-3287-CC8A-2237F573A55D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1893560238" sldId="270"/>
            <ac:spMk id="3" creationId="{7FC5EFF1-961E-4F2A-9FB0-6438CEF2F88F}"/>
          </ac:spMkLst>
        </pc:spChg>
      </pc:sldChg>
      <pc:sldChg chg="modSp mod modClrScheme chgLayout">
        <pc:chgData name="Ajit Panaskar" userId="S::ajit.panaskar@clariontech.com::b0db3c9f-386e-41ca-ac23-ab19f056d467" providerId="AD" clId="Web-{E1042996-8603-9DB3-1158-1CA18B68CF35}" dt="2025-11-18T17:16:18.876" v="133" actId="20577"/>
        <pc:sldMkLst>
          <pc:docMk/>
          <pc:sldMk cId="254463747" sldId="271"/>
        </pc:sldMkLst>
        <pc:spChg chg="mod ord">
          <ac:chgData name="Ajit Panaskar" userId="S::ajit.panaskar@clariontech.com::b0db3c9f-386e-41ca-ac23-ab19f056d467" providerId="AD" clId="Web-{E1042996-8603-9DB3-1158-1CA18B68CF35}" dt="2025-11-18T17:16:18.876" v="133" actId="20577"/>
          <ac:spMkLst>
            <pc:docMk/>
            <pc:sldMk cId="254463747" sldId="271"/>
            <ac:spMk id="2" creationId="{A74E2F6F-AEC3-5180-838C-D74F93CDA38D}"/>
          </ac:spMkLst>
        </pc:spChg>
        <pc:spChg chg="mod ord">
          <ac:chgData name="Ajit Panaskar" userId="S::ajit.panaskar@clariontech.com::b0db3c9f-386e-41ca-ac23-ab19f056d467" providerId="AD" clId="Web-{E1042996-8603-9DB3-1158-1CA18B68CF35}" dt="2025-11-18T16:50:09.873" v="7"/>
          <ac:spMkLst>
            <pc:docMk/>
            <pc:sldMk cId="254463747" sldId="271"/>
            <ac:spMk id="3" creationId="{240B863B-2BEA-5B78-7BBF-61B13969EDD1}"/>
          </ac:spMkLst>
        </pc:spChg>
      </pc:sldChg>
      <pc:sldChg chg="modSp new">
        <pc:chgData name="Ajit Panaskar" userId="S::ajit.panaskar@clariontech.com::b0db3c9f-386e-41ca-ac23-ab19f056d467" providerId="AD" clId="Web-{E1042996-8603-9DB3-1158-1CA18B68CF35}" dt="2025-11-18T19:07:16.218" v="168" actId="14100"/>
        <pc:sldMkLst>
          <pc:docMk/>
          <pc:sldMk cId="3719267355" sldId="272"/>
        </pc:sldMkLst>
        <pc:spChg chg="mod">
          <ac:chgData name="Ajit Panaskar" userId="S::ajit.panaskar@clariontech.com::b0db3c9f-386e-41ca-ac23-ab19f056d467" providerId="AD" clId="Web-{E1042996-8603-9DB3-1158-1CA18B68CF35}" dt="2025-11-18T19:05:53.577" v="160" actId="14100"/>
          <ac:spMkLst>
            <pc:docMk/>
            <pc:sldMk cId="3719267355" sldId="272"/>
            <ac:spMk id="2" creationId="{24E531CD-0EFA-3448-4173-E2970B3404A1}"/>
          </ac:spMkLst>
        </pc:spChg>
        <pc:spChg chg="mod">
          <ac:chgData name="Ajit Panaskar" userId="S::ajit.panaskar@clariontech.com::b0db3c9f-386e-41ca-ac23-ab19f056d467" providerId="AD" clId="Web-{E1042996-8603-9DB3-1158-1CA18B68CF35}" dt="2025-11-18T19:07:16.218" v="168" actId="14100"/>
          <ac:spMkLst>
            <pc:docMk/>
            <pc:sldMk cId="3719267355" sldId="272"/>
            <ac:spMk id="3" creationId="{0AF18393-C29A-CCDB-78E6-7747E9667DEF}"/>
          </ac:spMkLst>
        </pc:spChg>
      </pc:sldChg>
      <pc:sldChg chg="modSp new">
        <pc:chgData name="Ajit Panaskar" userId="S::ajit.panaskar@clariontech.com::b0db3c9f-386e-41ca-ac23-ab19f056d467" providerId="AD" clId="Web-{E1042996-8603-9DB3-1158-1CA18B68CF35}" dt="2025-11-18T19:09:08.173" v="182" actId="14100"/>
        <pc:sldMkLst>
          <pc:docMk/>
          <pc:sldMk cId="3536081526" sldId="273"/>
        </pc:sldMkLst>
        <pc:spChg chg="mod">
          <ac:chgData name="Ajit Panaskar" userId="S::ajit.panaskar@clariontech.com::b0db3c9f-386e-41ca-ac23-ab19f056d467" providerId="AD" clId="Web-{E1042996-8603-9DB3-1158-1CA18B68CF35}" dt="2025-11-18T19:09:02.313" v="181" actId="14100"/>
          <ac:spMkLst>
            <pc:docMk/>
            <pc:sldMk cId="3536081526" sldId="273"/>
            <ac:spMk id="2" creationId="{24EA2F88-4F1D-44D5-7AE0-98B3454C2521}"/>
          </ac:spMkLst>
        </pc:spChg>
        <pc:spChg chg="mod">
          <ac:chgData name="Ajit Panaskar" userId="S::ajit.panaskar@clariontech.com::b0db3c9f-386e-41ca-ac23-ab19f056d467" providerId="AD" clId="Web-{E1042996-8603-9DB3-1158-1CA18B68CF35}" dt="2025-11-18T19:09:08.173" v="182" actId="14100"/>
          <ac:spMkLst>
            <pc:docMk/>
            <pc:sldMk cId="3536081526" sldId="273"/>
            <ac:spMk id="3" creationId="{E644953E-CD2C-B7F9-A139-5737C8C2292F}"/>
          </ac:spMkLst>
        </pc:spChg>
      </pc:sldChg>
      <pc:sldMasterChg chg="add del addSldLayout delSldLayout">
        <pc:chgData name="Ajit Panaskar" userId="S::ajit.panaskar@clariontech.com::b0db3c9f-386e-41ca-ac23-ab19f056d467" providerId="AD" clId="Web-{E1042996-8603-9DB3-1158-1CA18B68CF35}" dt="2025-11-18T16:49:38.607" v="6"/>
        <pc:sldMasterMkLst>
          <pc:docMk/>
          <pc:sldMasterMk cId="1505044287" sldId="2147483707"/>
        </pc:sldMasterMkLst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51541642" sldId="2147483708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90574636" sldId="2147483709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845068703" sldId="2147483710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1622437181" sldId="2147483711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4243646933" sldId="2147483712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2466262965" sldId="2147483713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2746919338" sldId="2147483714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2112567892" sldId="2147483715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356141336" sldId="2147483716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164924719" sldId="2147483717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575599794" sldId="2147483718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612073918" sldId="2147483719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1229697960" sldId="2147483720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1221121575" sldId="2147483721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022881967" sldId="2147483722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3139188844" sldId="2147483723"/>
          </pc:sldLayoutMkLst>
        </pc:sldLayoutChg>
        <pc:sldLayoutChg chg="add del">
          <pc:chgData name="Ajit Panaskar" userId="S::ajit.panaskar@clariontech.com::b0db3c9f-386e-41ca-ac23-ab19f056d467" providerId="AD" clId="Web-{E1042996-8603-9DB3-1158-1CA18B68CF35}" dt="2025-11-18T16:49:38.607" v="6"/>
          <pc:sldLayoutMkLst>
            <pc:docMk/>
            <pc:sldMasterMk cId="1505044287" sldId="2147483707"/>
            <pc:sldLayoutMk cId="1190595653" sldId="2147483724"/>
          </pc:sldLayoutMkLst>
        </pc:sldLayoutChg>
      </pc:sldMasterChg>
      <pc:sldMasterChg chg="add del addSldLayout delSldLayout modSldLayout">
        <pc:chgData name="Ajit Panaskar" userId="S::ajit.panaskar@clariontech.com::b0db3c9f-386e-41ca-ac23-ab19f056d467" providerId="AD" clId="Web-{E1042996-8603-9DB3-1158-1CA18B68CF35}" dt="2025-11-18T16:50:09.873" v="7"/>
        <pc:sldMasterMkLst>
          <pc:docMk/>
          <pc:sldMasterMk cId="1632919724" sldId="2147483725"/>
        </pc:sldMasterMkLst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1217406583" sldId="2147483726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3754020966" sldId="2147483727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3059292938" sldId="2147483728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2042666794" sldId="2147483729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3625500803" sldId="2147483730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1225915020" sldId="2147483731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2026851018" sldId="2147483732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1712123286" sldId="2147483733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611989965" sldId="2147483734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719735180" sldId="2147483735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985226993" sldId="2147483736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3321197009" sldId="2147483737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4170337985" sldId="2147483738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504323992" sldId="2147483739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3174734595" sldId="2147483740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290237244" sldId="2147483741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1632919724" sldId="2147483725"/>
            <pc:sldLayoutMk cId="1703103039" sldId="2147483742"/>
          </pc:sldLayoutMkLst>
        </pc:sldLayoutChg>
      </pc:sldMasterChg>
      <pc:sldMasterChg chg="add del addSldLayout delSldLayout modSldLayout">
        <pc:chgData name="Ajit Panaskar" userId="S::ajit.panaskar@clariontech.com::b0db3c9f-386e-41ca-ac23-ab19f056d467" providerId="AD" clId="Web-{E1042996-8603-9DB3-1158-1CA18B68CF35}" dt="2025-11-18T16:49:30.326" v="5"/>
        <pc:sldMasterMkLst>
          <pc:docMk/>
          <pc:sldMasterMk cId="2506151102" sldId="2147483725"/>
        </pc:sldMasterMkLst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4030619789" sldId="2147483726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3108507021" sldId="2147483727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1070302628" sldId="2147483728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2712908904" sldId="2147483729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2893788825" sldId="2147483730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2617709442" sldId="2147483731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743871575" sldId="2147483732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2137157749" sldId="2147483733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2324933384" sldId="2147483734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989100948" sldId="2147483735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9:30.326" v="5"/>
          <pc:sldLayoutMkLst>
            <pc:docMk/>
            <pc:sldMasterMk cId="2506151102" sldId="2147483725"/>
            <pc:sldLayoutMk cId="3412811683" sldId="2147483736"/>
          </pc:sldLayoutMkLst>
        </pc:sldLayoutChg>
      </pc:sldMasterChg>
      <pc:sldMasterChg chg="add del addSldLayout delSldLayout modSldLayout">
        <pc:chgData name="Ajit Panaskar" userId="S::ajit.panaskar@clariontech.com::b0db3c9f-386e-41ca-ac23-ab19f056d467" providerId="AD" clId="Web-{E1042996-8603-9DB3-1158-1CA18B68CF35}" dt="2025-11-18T16:48:31.339" v="1"/>
        <pc:sldMasterMkLst>
          <pc:docMk/>
          <pc:sldMasterMk cId="3404418276" sldId="2147483725"/>
        </pc:sldMasterMkLst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2406766337" sldId="2147483726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1495071312" sldId="2147483727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1813090252" sldId="2147483728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1705741691" sldId="2147483729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983686486" sldId="2147483730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3194604680" sldId="2147483731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2486112550" sldId="2147483732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3912315868" sldId="2147483733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3408208374" sldId="2147483734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4271943176" sldId="2147483735"/>
          </pc:sldLayoutMkLst>
        </pc:sldLayoutChg>
        <pc:sldLayoutChg chg="add del mod replId">
          <pc:chgData name="Ajit Panaskar" userId="S::ajit.panaskar@clariontech.com::b0db3c9f-386e-41ca-ac23-ab19f056d467" providerId="AD" clId="Web-{E1042996-8603-9DB3-1158-1CA18B68CF35}" dt="2025-11-18T16:48:31.339" v="1"/>
          <pc:sldLayoutMkLst>
            <pc:docMk/>
            <pc:sldMasterMk cId="3404418276" sldId="2147483725"/>
            <pc:sldLayoutMk cId="1815001105" sldId="2147483736"/>
          </pc:sldLayoutMkLst>
        </pc:sldLayoutChg>
      </pc:sldMasterChg>
      <pc:sldMasterChg chg="add addSldLayout modSldLayout">
        <pc:chgData name="Ajit Panaskar" userId="S::ajit.panaskar@clariontech.com::b0db3c9f-386e-41ca-ac23-ab19f056d467" providerId="AD" clId="Web-{E1042996-8603-9DB3-1158-1CA18B68CF35}" dt="2025-11-18T16:50:09.873" v="7"/>
        <pc:sldMasterMkLst>
          <pc:docMk/>
          <pc:sldMasterMk cId="3101991149" sldId="2147483743"/>
        </pc:sldMasterMkLst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329462150" sldId="2147483744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1843007489" sldId="2147483745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13389089" sldId="2147483746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906222411" sldId="2147483747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1082575053" sldId="2147483748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2252819621" sldId="2147483749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398088993" sldId="2147483750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716776475" sldId="2147483751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481781580" sldId="2147483752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194802027" sldId="2147483753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2223803337" sldId="2147483754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196947127" sldId="2147483755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737268512" sldId="2147483756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3428640044" sldId="2147483757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61139743" sldId="2147483758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4057161983" sldId="2147483759"/>
          </pc:sldLayoutMkLst>
        </pc:sldLayoutChg>
        <pc:sldLayoutChg chg="add mod replId">
          <pc:chgData name="Ajit Panaskar" userId="S::ajit.panaskar@clariontech.com::b0db3c9f-386e-41ca-ac23-ab19f056d467" providerId="AD" clId="Web-{E1042996-8603-9DB3-1158-1CA18B68CF35}" dt="2025-11-18T16:50:09.873" v="7"/>
          <pc:sldLayoutMkLst>
            <pc:docMk/>
            <pc:sldMasterMk cId="3101991149" sldId="2147483743"/>
            <pc:sldLayoutMk cId="2735463005" sldId="214748376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462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0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9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957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22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57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81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8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76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781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3803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947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2685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86400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39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161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546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991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2062072"/>
            <a:ext cx="5308866" cy="1515533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Various Monitoring Systems: Overview and Comparison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837163"/>
            <a:ext cx="5308866" cy="1525501"/>
          </a:xfrm>
        </p:spPr>
        <p:txBody>
          <a:bodyPr>
            <a:normAutofit lnSpcReduction="10000"/>
          </a:bodyPr>
          <a:lstStyle/>
          <a:p>
            <a:r>
              <a:rPr dirty="0"/>
              <a:t>Understanding Tools, Metrics, and Performance Insights</a:t>
            </a:r>
          </a:p>
          <a:p>
            <a:endParaRPr/>
          </a:p>
          <a:p>
            <a:r>
              <a:rPr dirty="0"/>
              <a:t>Presented by: Ajit </a:t>
            </a:r>
            <a:r>
              <a:rPr dirty="0" err="1"/>
              <a:t>Panaskar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782872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1852182"/>
            <a:ext cx="6798736" cy="3444997"/>
          </a:xfrm>
        </p:spPr>
        <p:txBody>
          <a:bodyPr/>
          <a:lstStyle/>
          <a:p>
            <a:endParaRPr/>
          </a:p>
          <a:p>
            <a:r>
              <a:rPr dirty="0"/>
              <a:t>Monitoring is the continuous process of collecting, analyzing, and using data to ensure optimal system performance.</a:t>
            </a:r>
          </a:p>
          <a:p>
            <a:r>
              <a:rPr dirty="0"/>
              <a:t>Why It Matters:</a:t>
            </a:r>
          </a:p>
          <a:p>
            <a:r>
              <a:rPr dirty="0"/>
              <a:t>- Ensures uptime and reliability</a:t>
            </a:r>
          </a:p>
          <a:p>
            <a:r>
              <a:rPr dirty="0"/>
              <a:t>- Detects issues early</a:t>
            </a:r>
          </a:p>
          <a:p>
            <a:r>
              <a:rPr dirty="0"/>
              <a:t>- Improves performance and user experience</a:t>
            </a:r>
          </a:p>
          <a:p>
            <a:r>
              <a:rPr dirty="0"/>
              <a:t>- Supports data-driven decision-making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951300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Types of Monitoring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Infrastructure Monitoring</a:t>
            </a:r>
            <a:endParaRPr lang="en-US" dirty="0"/>
          </a:p>
          <a:p>
            <a:r>
              <a:rPr dirty="0"/>
              <a:t>2. Application Performance Monitoring (APM)</a:t>
            </a:r>
          </a:p>
          <a:p>
            <a:r>
              <a:rPr dirty="0"/>
              <a:t>3. Network Monitoring</a:t>
            </a:r>
          </a:p>
          <a:p>
            <a:r>
              <a:rPr dirty="0"/>
              <a:t>4. Log Monitoring</a:t>
            </a:r>
          </a:p>
          <a:p>
            <a:r>
              <a:rPr dirty="0"/>
              <a:t>5. Security Monitoring</a:t>
            </a:r>
          </a:p>
          <a:p>
            <a:r>
              <a:rPr dirty="0"/>
              <a:t>6. Cloud Monitoring</a:t>
            </a:r>
          </a:p>
          <a:p>
            <a:r>
              <a:rPr dirty="0"/>
              <a:t>7. Business Process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974047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Key Monitoring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• Uptime/Downtime</a:t>
            </a:r>
            <a:endParaRPr lang="en-US" dirty="0"/>
          </a:p>
          <a:p>
            <a:r>
              <a:rPr dirty="0"/>
              <a:t>• Latency and Response Time</a:t>
            </a:r>
          </a:p>
          <a:p>
            <a:r>
              <a:rPr dirty="0"/>
              <a:t>• Resource Utilization (CPU, Memory, Disk I/O)</a:t>
            </a:r>
          </a:p>
          <a:p>
            <a:r>
              <a:rPr dirty="0"/>
              <a:t>• Error Rates and Logs</a:t>
            </a:r>
          </a:p>
          <a:p>
            <a:r>
              <a:rPr dirty="0"/>
              <a:t>• Network Throughput and Packet Loss</a:t>
            </a:r>
          </a:p>
          <a:p>
            <a:r>
              <a:rPr dirty="0"/>
              <a:t>• User Experience Metrics (</a:t>
            </a:r>
            <a:r>
              <a:rPr err="1"/>
              <a:t>Apdex</a:t>
            </a:r>
            <a:r>
              <a:rPr dirty="0"/>
              <a:t> score, transaction time)</a:t>
            </a:r>
          </a:p>
          <a:p>
            <a:r>
              <a:rPr dirty="0"/>
              <a:t>• Alerts and Thresholds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Popular Monitoring Tools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Infrastructure: Nagios, Zabbix</a:t>
            </a:r>
            <a:endParaRPr lang="en-US" dirty="0">
              <a:ea typeface="Calibri"/>
              <a:cs typeface="Calibri"/>
            </a:endParaRPr>
          </a:p>
          <a:p>
            <a:r>
              <a:rPr dirty="0"/>
              <a:t>APM: </a:t>
            </a:r>
            <a:r>
              <a:rPr b="1" dirty="0">
                <a:solidFill>
                  <a:schemeClr val="accent4"/>
                </a:solidFill>
              </a:rPr>
              <a:t>New Relic</a:t>
            </a:r>
            <a:r>
              <a:rPr dirty="0"/>
              <a:t>, AppDynamics, </a:t>
            </a:r>
            <a:r>
              <a:rPr b="1" dirty="0">
                <a:solidFill>
                  <a:schemeClr val="accent4"/>
                </a:solidFill>
              </a:rPr>
              <a:t>Datadog</a:t>
            </a:r>
            <a:endParaRPr b="1" dirty="0">
              <a:solidFill>
                <a:schemeClr val="accent4"/>
              </a:solidFill>
              <a:ea typeface="Calibri"/>
              <a:cs typeface="Calibri"/>
            </a:endParaRPr>
          </a:p>
          <a:p>
            <a:r>
              <a:rPr dirty="0"/>
              <a:t>Network: SolarWinds, PRTG, Wireshark</a:t>
            </a:r>
            <a:endParaRPr dirty="0">
              <a:ea typeface="Calibri"/>
              <a:cs typeface="Calibri"/>
            </a:endParaRPr>
          </a:p>
          <a:p>
            <a:r>
              <a:rPr dirty="0"/>
              <a:t>Log Management: ELK Stack, Splunk</a:t>
            </a:r>
            <a:endParaRPr dirty="0">
              <a:ea typeface="Calibri"/>
              <a:cs typeface="Calibri"/>
            </a:endParaRPr>
          </a:p>
          <a:p>
            <a:r>
              <a:rPr dirty="0"/>
              <a:t>Cloud: </a:t>
            </a:r>
            <a:r>
              <a:rPr b="1" dirty="0">
                <a:solidFill>
                  <a:schemeClr val="accent4"/>
                </a:solidFill>
              </a:rPr>
              <a:t>AWS CloudWatch, Azure Monitor</a:t>
            </a:r>
          </a:p>
          <a:p>
            <a:r>
              <a:rPr dirty="0"/>
              <a:t>Security: SIEM Tools (Splunk ES, IBM </a:t>
            </a:r>
            <a:r>
              <a:rPr dirty="0" err="1"/>
              <a:t>QRadar</a:t>
            </a:r>
            <a:r>
              <a:rPr dirty="0"/>
              <a:t>)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accent4"/>
                </a:solidFill>
              </a:rPr>
              <a:t>Comparison of Major Monitoring Systems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Nagios: Open-source, Medium scalability, Basic visualization</a:t>
            </a:r>
            <a:endParaRPr lang="en-US" dirty="0"/>
          </a:p>
          <a:p>
            <a:r>
              <a:rPr dirty="0"/>
              <a:t>Zabbix: Open-source, High scalability, Strong visualization</a:t>
            </a:r>
          </a:p>
          <a:p>
            <a:r>
              <a:rPr dirty="0">
                <a:solidFill>
                  <a:schemeClr val="accent4"/>
                </a:solidFill>
              </a:rPr>
              <a:t>Datadog</a:t>
            </a:r>
            <a:r>
              <a:rPr dirty="0"/>
              <a:t>: Paid, Very High scalability, Advanced visualization</a:t>
            </a:r>
          </a:p>
          <a:p>
            <a:r>
              <a:rPr dirty="0"/>
              <a:t>Prometheus: Open-source, High scalability, Grafana-based visualization</a:t>
            </a:r>
          </a:p>
          <a:p>
            <a:r>
              <a:rPr dirty="0">
                <a:solidFill>
                  <a:schemeClr val="accent4"/>
                </a:solidFill>
              </a:rPr>
              <a:t>New Relic</a:t>
            </a:r>
            <a:r>
              <a:rPr dirty="0"/>
              <a:t>: Paid, Very High scalability, Advanced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Generic Monitoring Flow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1. Data Collection – Agents, APIs, SNMP, or logs</a:t>
            </a:r>
            <a:endParaRPr lang="en-US" dirty="0"/>
          </a:p>
          <a:p>
            <a:r>
              <a:rPr dirty="0"/>
              <a:t>2. Data Aggregation – Central servers or cloud storage</a:t>
            </a:r>
          </a:p>
          <a:p>
            <a:r>
              <a:rPr dirty="0"/>
              <a:t>3. Analysis &amp; Correlation – Alerting engines, AI/ML models</a:t>
            </a:r>
          </a:p>
          <a:p>
            <a:r>
              <a:rPr dirty="0"/>
              <a:t>4. Visualization – Dashboards, graphs, reports</a:t>
            </a:r>
          </a:p>
          <a:p>
            <a:r>
              <a:rPr dirty="0"/>
              <a:t>5. Alerting &amp; Action – Email, SMS, or webhook triggers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accent4"/>
                </a:solidFill>
              </a:rPr>
              <a:t>Criteria for Selecting a Monitoring Tool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Scalability &amp; Flexibility</a:t>
            </a:r>
            <a:endParaRPr lang="en-US" dirty="0"/>
          </a:p>
          <a:p>
            <a:r>
              <a:rPr dirty="0"/>
              <a:t> Ease of Integration (APIs, plugins)</a:t>
            </a:r>
          </a:p>
          <a:p>
            <a:r>
              <a:rPr dirty="0"/>
              <a:t> Real-time Data and Alerting Capabilities</a:t>
            </a:r>
          </a:p>
          <a:p>
            <a:r>
              <a:rPr dirty="0"/>
              <a:t> Visualization Quality (dashboards, analytics)</a:t>
            </a:r>
          </a:p>
          <a:p>
            <a:r>
              <a:rPr dirty="0"/>
              <a:t> Cost and Licensing</a:t>
            </a:r>
          </a:p>
          <a:p>
            <a:r>
              <a:rPr dirty="0"/>
              <a:t> Support and Community</a:t>
            </a:r>
          </a:p>
          <a:p>
            <a:r>
              <a:rPr lang="en-US" dirty="0"/>
              <a:t> </a:t>
            </a:r>
            <a:r>
              <a:rPr dirty="0"/>
              <a:t>Security and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Case Study Example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Scenario: E-commerce platform (cloud + on-prem)</a:t>
            </a:r>
          </a:p>
          <a:p>
            <a:r>
              <a:t>Tools Used: Datadog, Zabbix, ELK Stack</a:t>
            </a:r>
          </a:p>
          <a:p>
            <a:r>
              <a:t>Outcomes:</a:t>
            </a:r>
          </a:p>
          <a:p>
            <a:r>
              <a:t>- 30% faster issue detection</a:t>
            </a:r>
          </a:p>
          <a:p>
            <a:r>
              <a:t>- 25% uptime improvement</a:t>
            </a:r>
          </a:p>
          <a:p>
            <a:r>
              <a:t>- 40% reduction in MTTR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31CD-0EFA-3448-4173-E2970B34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519121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18393-C29A-CCDB-78E6-7747E9667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1716762"/>
            <a:ext cx="6798736" cy="4013654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Slide 7: Use Case 1 - Monitoring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Title: Use Case: Infrastructure Health (Monitoring)</a:t>
            </a:r>
            <a:endParaRPr lang="en-US" dirty="0"/>
          </a:p>
          <a:p>
            <a:pPr>
              <a:buSzPct val="114999"/>
            </a:pPr>
            <a:endParaRPr lang="en-US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Scenario: An e-commerce website during Black Friday.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Goal: Ensure uptime and capacity.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Monitoring Actions: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Track Resource Usage: Alert if CPU &gt; 80% or Memory &gt; 90%.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Uptime Checks: Ping the homepage every 30 seconds (Synthetics).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Database Health: Monitor active connection counts.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Outcome: Automatic auto-scaling triggers when thresholds are breached; Site stays online.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"This is a classic monitoring use case. We know what to look for: CPU, Memory, and Ping status. We set thresholds. If they are crossed, we react.1 It is vital for stability but doesn't tell us why the CPU spiked."</a:t>
            </a:r>
            <a:endParaRPr lang="en-US" dirty="0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67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2F88-4F1D-44D5-7AE0-98B3454C2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357570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953E-CD2C-B7F9-A139-5737C8C22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1692694"/>
            <a:ext cx="6798736" cy="4242438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Slide 8: Use Case 2 - Observability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Title: Use Case: Microservices Debugging (Observability)</a:t>
            </a:r>
            <a:endParaRPr lang="en-US" dirty="0"/>
          </a:p>
          <a:p>
            <a:pPr>
              <a:buSzPct val="114999"/>
            </a:pPr>
            <a:endParaRPr lang="en-US"/>
          </a:p>
          <a:p>
            <a:pPr>
              <a:buSzPct val="114999"/>
            </a:pPr>
            <a:r>
              <a:rPr lang="en-US">
                <a:ea typeface="+mn-lt"/>
                <a:cs typeface="+mn-lt"/>
              </a:rPr>
              <a:t>Scenario: Users report "Checkout" is slow, but CPU/Memory looks fine.</a:t>
            </a:r>
            <a:endParaRPr lang="en-US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Goal: Find the hidden bottleneck.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Observability Actions: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Distributed Tracing: Visualize the request path across services (Cart -&gt; Auth -&gt; Inventory -&gt; Payment).</a:t>
            </a:r>
            <a:endParaRPr lang="en-US" dirty="0"/>
          </a:p>
          <a:p>
            <a:pPr>
              <a:buSzPct val="114999"/>
            </a:pPr>
            <a:r>
              <a:rPr lang="en-US">
                <a:ea typeface="+mn-lt"/>
                <a:cs typeface="+mn-lt"/>
              </a:rPr>
              <a:t>Discovery: Trace reveals the "Inventory Service" is taking 5 seconds to respond.</a:t>
            </a:r>
            <a:endParaRPr lang="en-US" dirty="0">
              <a:ea typeface="+mn-lt"/>
              <a:cs typeface="+mn-lt"/>
            </a:endParaRPr>
          </a:p>
          <a:p>
            <a:pPr>
              <a:buSzPct val="114999"/>
            </a:pPr>
            <a:r>
              <a:rPr lang="en-US">
                <a:ea typeface="+mn-lt"/>
                <a:cs typeface="+mn-lt"/>
              </a:rPr>
              <a:t>Drill Down: Logs for that specific trace ID show a "Thread Deadlock" error in the inventory database.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Outcome: Root cause identified (bad code deployment) and rolled back in minutes.</a:t>
            </a:r>
            <a:endParaRPr lang="en-US" dirty="0"/>
          </a:p>
          <a:p>
            <a:pPr>
              <a:buSzPct val="114999"/>
            </a:pPr>
            <a:r>
              <a:rPr lang="en-US" dirty="0">
                <a:ea typeface="+mn-lt"/>
                <a:cs typeface="+mn-lt"/>
              </a:rPr>
              <a:t>This is where monitoring fails. All servers were 'green' and healthy, yet the user experience was broken. Observability allowed us to trace a single slow request across multiple services to find the exact line of code or database query causing the delay.</a:t>
            </a:r>
            <a:endParaRPr lang="en-US" dirty="0"/>
          </a:p>
          <a:p>
            <a:pPr>
              <a:buSzPct val="114999"/>
            </a:pPr>
            <a:endParaRPr lang="en-US" dirty="0"/>
          </a:p>
          <a:p>
            <a:pPr>
              <a:buSzPct val="114999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8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Emerging Trends in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• AI/ML-based predictive monitoring</a:t>
            </a:r>
          </a:p>
          <a:p>
            <a:r>
              <a:t>• Unified observability platforms</a:t>
            </a:r>
          </a:p>
          <a:p>
            <a:r>
              <a:t>• Automation and self-healing systems</a:t>
            </a:r>
          </a:p>
          <a:p>
            <a:r>
              <a:t>• Cloud-native &amp; container monitoring</a:t>
            </a:r>
          </a:p>
          <a:p>
            <a:r>
              <a:t>• Edge computing and IoT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dirty="0"/>
              <a:t> Data overload and noise</a:t>
            </a:r>
          </a:p>
          <a:p>
            <a:r>
              <a:rPr dirty="0"/>
              <a:t> Integration complexity</a:t>
            </a:r>
            <a:r>
              <a:rPr lang="en-US" dirty="0"/>
              <a:t> for cloud native systems , microservices</a:t>
            </a:r>
            <a:endParaRPr dirty="0"/>
          </a:p>
          <a:p>
            <a:r>
              <a:rPr dirty="0"/>
              <a:t>Cost management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F2C58-77D0-3287-CC8A-2237F573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  <a:ea typeface="Calibri"/>
                <a:cs typeface="Calibri"/>
              </a:rPr>
              <a:t>Log Analytics Workspace</a:t>
            </a:r>
            <a:endParaRPr lang="en-US">
              <a:solidFill>
                <a:schemeClr val="accent4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EFF1-961E-4F2A-9FB0-6438CEF2F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Calibri"/>
                <a:cs typeface="Calibri"/>
              </a:rPr>
              <a:t>Log Analytics Workspace is the centralized data store where telemetry are stored and queried.</a:t>
            </a:r>
          </a:p>
          <a:p>
            <a:r>
              <a:rPr lang="en-US" dirty="0">
                <a:ea typeface="Calibri"/>
                <a:cs typeface="Calibri"/>
              </a:rPr>
              <a:t>One can query data using KQL(Kusto Query Language)</a:t>
            </a:r>
          </a:p>
          <a:p>
            <a:r>
              <a:rPr lang="en-US" dirty="0">
                <a:ea typeface="Calibri"/>
                <a:cs typeface="Calibri"/>
              </a:rPr>
              <a:t>Each telemetry type is stored in a separate table.</a:t>
            </a:r>
          </a:p>
          <a:p>
            <a:r>
              <a:rPr lang="en-US" dirty="0">
                <a:ea typeface="Calibri"/>
                <a:cs typeface="Calibri"/>
              </a:rPr>
              <a:t>Data is stored in the region where the workspace is created.</a:t>
            </a: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93560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E2F6F-AEC3-5180-838C-D74F93CDA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Log Analytics Workspace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B863B-2BEA-5B78-7BBF-61B13969E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Calibri"/>
                <a:cs typeface="Calibri"/>
              </a:rPr>
              <a:t>Data sources that can send data to Workspace:</a:t>
            </a:r>
          </a:p>
          <a:p>
            <a:r>
              <a:rPr lang="en-US" dirty="0">
                <a:ea typeface="Calibri"/>
                <a:cs typeface="Calibri"/>
              </a:rPr>
              <a:t>Application Insights via connection</a:t>
            </a:r>
          </a:p>
          <a:p>
            <a:r>
              <a:rPr lang="en-US" dirty="0">
                <a:ea typeface="Calibri"/>
                <a:cs typeface="Calibri"/>
              </a:rPr>
              <a:t>Windows event logs via agents installed on VMs.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Different types of tables in LAW:</a:t>
            </a:r>
          </a:p>
          <a:p>
            <a:r>
              <a:rPr lang="en-US" dirty="0">
                <a:ea typeface="Calibri"/>
                <a:cs typeface="Calibri"/>
              </a:rPr>
              <a:t>Requests- HTTP requests</a:t>
            </a:r>
          </a:p>
          <a:p>
            <a:r>
              <a:rPr lang="en-US" dirty="0">
                <a:ea typeface="Calibri"/>
                <a:cs typeface="Calibri"/>
              </a:rPr>
              <a:t>Dependencies- external calls like database</a:t>
            </a:r>
          </a:p>
          <a:p>
            <a:r>
              <a:rPr lang="en-US" dirty="0">
                <a:ea typeface="Calibri"/>
                <a:cs typeface="Calibri"/>
              </a:rPr>
              <a:t>Exceptions – application exception.</a:t>
            </a:r>
          </a:p>
          <a:p>
            <a:r>
              <a:rPr lang="en-US" dirty="0">
                <a:ea typeface="Calibri"/>
                <a:cs typeface="Calibri"/>
              </a:rPr>
              <a:t>Traces- application logs</a:t>
            </a:r>
          </a:p>
          <a:p>
            <a:r>
              <a:rPr lang="en-US" dirty="0">
                <a:ea typeface="Calibri"/>
                <a:cs typeface="Calibri"/>
              </a:rPr>
              <a:t>Heartbeats- Health pings from agents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4463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814823"/>
          </a:xfrm>
        </p:spPr>
        <p:txBody>
          <a:bodyPr/>
          <a:lstStyle/>
          <a:p>
            <a:r>
              <a:rPr dirty="0">
                <a:solidFill>
                  <a:schemeClr val="accent4"/>
                </a:solidFill>
              </a:rPr>
              <a:t>Conclusion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dirty="0"/>
              <a:t>Monitoring ensures reliability, performance, and security.</a:t>
            </a:r>
          </a:p>
          <a:p>
            <a:r>
              <a:rPr dirty="0"/>
              <a:t>No single tool fits all – selection depends on scale and budget.</a:t>
            </a:r>
          </a:p>
          <a:p>
            <a:r>
              <a:rPr dirty="0"/>
              <a:t>Future: observability, automation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Organic</vt:lpstr>
      <vt:lpstr>Various Monitoring Systems: Overview and Comparison</vt:lpstr>
      <vt:lpstr>Introduction</vt:lpstr>
      <vt:lpstr>Types of Monitoring Systems</vt:lpstr>
      <vt:lpstr>Key Monitoring Parameters</vt:lpstr>
      <vt:lpstr>Popular Monitoring Tools</vt:lpstr>
      <vt:lpstr>Comparison of Major Monitoring Systems</vt:lpstr>
      <vt:lpstr>Generic Monitoring Flow</vt:lpstr>
      <vt:lpstr>Criteria for Selecting a Monitoring Tool</vt:lpstr>
      <vt:lpstr>Case Study Example</vt:lpstr>
      <vt:lpstr>PowerPoint Presentation</vt:lpstr>
      <vt:lpstr>PowerPoint Presentation</vt:lpstr>
      <vt:lpstr>Emerging Trends in Monitoring</vt:lpstr>
      <vt:lpstr>Challenges in Monitoring</vt:lpstr>
      <vt:lpstr>Log Analytics Workspace</vt:lpstr>
      <vt:lpstr>Log Analytics Workspace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154</cp:revision>
  <dcterms:created xsi:type="dcterms:W3CDTF">2013-01-27T09:14:16Z</dcterms:created>
  <dcterms:modified xsi:type="dcterms:W3CDTF">2025-11-18T19:09:08Z</dcterms:modified>
  <cp:category/>
</cp:coreProperties>
</file>