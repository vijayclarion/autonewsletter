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 feature flag rollout starts the first week of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 Review — May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monthly sync</a:t>
            </a:r>
          </a:p>
          <a:p>
            <a:r>
              <a:t>Platform &amp; Data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State: Legacy Reverse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duplicated in every microservice</a:t>
            </a:r>
          </a:p>
          <a:p>
            <a:r>
              <a:t>No centralized rate limiting</a:t>
            </a:r>
          </a:p>
          <a:p>
            <a:r>
              <a:t>Manual TLS certificate rotation</a:t>
            </a:r>
          </a:p>
          <a:p>
            <a:r>
              <a:t>Routing rules spread across twelve config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State: Managed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JWT validation at the edge</a:t>
            </a:r>
          </a:p>
          <a:p>
            <a:r>
              <a:t>Declarative routing with per-service policies</a:t>
            </a:r>
          </a:p>
          <a:p>
            <a:r>
              <a:t>Built-in rate limiting and request quotas</a:t>
            </a:r>
          </a:p>
          <a:p>
            <a:r>
              <a:t>Automatic certificate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Caching Layer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Redis write-through cache in staging</a:t>
            </a:r>
          </a:p>
          <a:p>
            <a:r>
              <a:t>Median read latency: 120 ms to 18 ms</a:t>
            </a:r>
          </a:p>
          <a:p>
            <a:r>
              <a:t>Cache hit rate: 94 percent</a:t>
            </a:r>
          </a:p>
          <a:p>
            <a:r>
              <a:t>Next: production rollout behind a feature flag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